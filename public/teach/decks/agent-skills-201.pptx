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ED6C5"/>
                </a:solidFill>
                <a:latin typeface="Geist Mono"/>
              </a:rPr>
              <a:t>THE 201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Geist"/>
              </a:rPr>
              <a:t>The SDLC,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A1A1A1"/>
                </a:solidFill>
                <a:latin typeface="Geist"/>
              </a:rPr>
              <a:t>How you actually drive a feature from idea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7D7D7D"/>
                </a:solidFill>
                <a:latin typeface="Geist"/>
              </a:rPr>
              <a:t>Eight commands, six phases, one checkpoint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ED6C5"/>
                </a:solidFill>
                <a:latin typeface="Geist Mono"/>
              </a:rPr>
              <a:t>THE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ist"/>
              </a:rPr>
              <a:t>Eight commands map to the lifecycle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/spec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Define what to build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Spec before code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/plan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Break it into tasks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Small, atomic tasks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/build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Implement incrementally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One slice at a time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/test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Prove it works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Tests are proof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/review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Review before merge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Improve code health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/webperf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Audit performance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Measure, then optimize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/code-simplify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Simplify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Clarity over cleverness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ED6C5"/>
                          </a:solidFill>
                          <a:latin typeface="Geist Mono"/>
                        </a:rPr>
                        <a:t>/ship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EDEDED"/>
                          </a:solidFill>
                          <a:latin typeface="Geist"/>
                        </a:rPr>
                        <a:t>Deploy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65656"/>
                          </a:solidFill>
                          <a:latin typeface="Geist"/>
                        </a:rPr>
                        <a:t>Faster is safer</a:t>
                      </a:r>
                    </a:p>
                  </a:txBody>
                  <a:tcPr marT="50800" marB="50800" marL="76200" anchor="ctr">
                    <a:solidFill>
                      <a:srgbClr val="0A0A0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ED6C5"/>
                </a:solidFill>
                <a:latin typeface="Geist Mono"/>
              </a:rPr>
              <a:t>SOLO PROJECTS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ist"/>
              </a:rPr>
              <a:t>The daily loop</a:t>
            </a:r>
          </a:p>
        </p:txBody>
      </p:sp>
      <p:pic>
        <p:nvPicPr>
          <p:cNvPr id="4" name="Picture 3" descr="solo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9052560" cy="509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D7D7D"/>
                </a:solidFill>
                <a:latin typeface="Geist"/>
              </a:rPr>
              <a:t>Install once. Drive each phase with a command. Repeat per feature.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ED6C5"/>
                </a:solidFill>
                <a:latin typeface="Geist Mono"/>
              </a:rPr>
              <a:t>DEFINE +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Get the intent right before writing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interview-me extracts what you actually want, one question at a time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spec-driven-development writes objectives, structure, tests, and boundaries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planning-and-task-breakdown turns the spec into small, ordered, verifiable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ED6C5"/>
                </a:solidFill>
                <a:latin typeface="Geist Mono"/>
              </a:rPr>
              <a:t>BUILD +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Write it in slices, prove each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incremental-implementation lands thin vertical slices, rollback-friendly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test-driven-development enforces red, green, refactor with a real test pyramid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Anti-rationalization tables stop "I will add tests later" before it happens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debugging-and-error-recovery finds the root cause instead of guessing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ED6C5"/>
                </a:solidFill>
                <a:latin typeface="Geist Mono"/>
              </a:rPr>
              <a:t>REVIEW + 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Gate on quality, then roll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code-review-and-quality runs a five-axis review with severity labels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security-and-hardening applies OWASP Top 10 prevention and boundary checks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3ED6C5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shipping-and-launch handles staged rollouts, monitoring, and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ED6C5"/>
                </a:solidFill>
                <a:latin typeface="Geist Mono"/>
              </a:rPr>
              <a:t>HANDS-OFF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Approve the plan once, let it run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7680960" cy="868680"/>
          </a:xfrm>
          <a:prstGeom prst="roundRect">
            <a:avLst/>
          </a:prstGeom>
          <a:solidFill>
            <a:srgbClr val="0E0E0E"/>
          </a:solidFill>
          <a:ln w="12700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ctr"/>
            <a:r>
              <a:rPr sz="2000">
                <a:solidFill>
                  <a:srgbClr val="3ED6C5"/>
                </a:solidFill>
                <a:latin typeface="Geist Mono"/>
              </a:rPr>
              <a:t>$ </a:t>
            </a:r>
            <a:r>
              <a:rPr sz="2000">
                <a:solidFill>
                  <a:srgbClr val="EDEDED"/>
                </a:solidFill>
                <a:latin typeface="Geist Mono"/>
              </a:rPr>
              <a:t>/build auto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9601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A1A1A1"/>
                </a:solidFill>
                <a:latin typeface="Geist"/>
              </a:rPr>
              <a:t>Generates the plan and implements every task in one approved pass. Still test-driven, still committed per task, still pauses on failures.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Geist"/>
              </a:rPr>
              <a:t>Drive the whole lifecycle with a checkpoint at each phase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3840480"/>
            <a:ext cx="7680960" cy="868680"/>
          </a:xfrm>
          <a:prstGeom prst="roundRect">
            <a:avLst/>
          </a:prstGeom>
          <a:solidFill>
            <a:srgbClr val="0E0E0E"/>
          </a:solidFill>
          <a:ln w="12700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ctr"/>
            <a:r>
              <a:rPr sz="2000">
                <a:solidFill>
                  <a:srgbClr val="3ED6C5"/>
                </a:solidFill>
                <a:latin typeface="Geist Mono"/>
              </a:rPr>
              <a:t>$ </a:t>
            </a:r>
            <a:r>
              <a:rPr sz="2000">
                <a:solidFill>
                  <a:srgbClr val="EDEDED"/>
                </a:solidFill>
                <a:latin typeface="Geist Mono"/>
              </a:rPr>
              <a:t>npx skills add addyosmani/agent-skills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D7D7D"/>
                </a:solidFill>
                <a:latin typeface="Geist Mono"/>
              </a:rPr>
              <a:t>skills.addy.ie/lifecycle   github.com/addyosmani/agent-skills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