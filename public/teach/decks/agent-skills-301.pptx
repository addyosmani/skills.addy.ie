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THE 301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Geist"/>
              </a:rPr>
              <a:t>Teams and customization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A1A1A1"/>
                </a:solidFill>
                <a:latin typeface="Geist"/>
              </a:rPr>
              <a:t>Scale the discipline across a team, and bend it to your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D7D7D"/>
                </a:solidFill>
                <a:latin typeface="Geist"/>
              </a:rPr>
              <a:t>Review panels, context budgets, custom skills, and evals.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TEAM PROJECTS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Ship past a panel, not a rubber stamp</a:t>
            </a:r>
          </a:p>
        </p:txBody>
      </p:sp>
      <p:pic>
        <p:nvPicPr>
          <p:cNvPr id="4" name="Picture 3" descr="team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D7D7D"/>
                </a:solidFill>
                <a:latin typeface="Geist"/>
              </a:rPr>
              <a:t>/ship fans out to four specialist personas in parallel, then merges one go / no-go.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CUSTOMIZE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Four ways to make it yours</a:t>
            </a:r>
          </a:p>
        </p:txBody>
      </p:sp>
      <p:pic>
        <p:nvPicPr>
          <p:cNvPr id="4" name="Picture 3" descr="custom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D7D7D"/>
                </a:solidFill>
                <a:latin typeface="Geist"/>
              </a:rPr>
              <a:t>Install all, pick a few, edit them, or write your own. Skills are plain Markdown.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Load only what the task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More context is not better. Context is a budget you spend deliberately.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context-engineering configures rules files and packs the right information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Working on UI? Load frontend-ui-engineering. Debugging? Load the debugging skill.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The using-agent-skills meta-skill routes each task to the right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MEASURE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The skills are 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A three-tier eval framework lives in the repo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Tier 1 checks structure. Tier 2 checks routing so no two skills collide.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Tier 3 grades a real execution trace against per-skill expectations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Some of it runs in CI, so regressions are caught early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BA0"/>
                </a:solidFill>
                <a:latin typeface="Geist Mono"/>
              </a:rPr>
              <a:t>ROLL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One source of truth for the whole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Commit your edited skills to version control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Every engineer and their agent share the same conventions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Spec and task artifacts are living documents during the work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F56BA0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New team members inherit the standards on day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Geist"/>
              </a:rPr>
              <a:t>Encode your team’s standards once. Every agent follows them.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840480"/>
            <a:ext cx="7680960" cy="868680"/>
          </a:xfrm>
          <a:prstGeom prst="roundRect">
            <a:avLst/>
          </a:prstGeom>
          <a:solidFill>
            <a:srgbClr val="0E0E0E"/>
          </a:solidFill>
          <a:ln w="12700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ctr"/>
            <a:r>
              <a:rPr sz="2000">
                <a:solidFill>
                  <a:srgbClr val="F56BA0"/>
                </a:solidFill>
                <a:latin typeface="Geist Mono"/>
              </a:rPr>
              <a:t>$ </a:t>
            </a:r>
            <a:r>
              <a:rPr sz="2000">
                <a:solidFill>
                  <a:srgbClr val="EDEDED"/>
                </a:solidFill>
                <a:latin typeface="Geist Mono"/>
              </a:rPr>
              <a:t>npx skills add addyosmani/agent-skills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D7D7D"/>
                </a:solidFill>
                <a:latin typeface="Geist Mono"/>
              </a:rPr>
              <a:t>skills.addy.ie/teach   github.com/addyosmani/agent-skills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301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